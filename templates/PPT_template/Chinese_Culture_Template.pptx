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F0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3657600"/>
            <a:ext cx="219456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966960" cy="1463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4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794760"/>
            <a:ext cx="996696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0" i="0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79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7589519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4944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68096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04487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7433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44183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7114031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8183879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6168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77570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6168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77570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6168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77570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6168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6869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77570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6517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26517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1737360"/>
            <a:ext cx="26517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0" y="1737360"/>
            <a:ext cx="26517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8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3133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5546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795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90372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92784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95197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0" i="1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0" i="0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0" i="0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00" b="1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0" i="0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0" i="1">
                <a:solidFill>
                  <a:srgbClr val="8A7A63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7A63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7A63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0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98448"/>
            <a:ext cx="1371600" cy="82296"/>
          </a:xfrm>
          <a:prstGeom prst="rect">
            <a:avLst/>
          </a:prstGeom>
          <a:solidFill>
            <a:srgbClr val="8C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500" b="1" i="0">
                <a:solidFill>
                  <a:srgbClr val="8C2D2D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3272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812280"/>
            <a:ext cx="1033272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700" b="0" i="0">
                <a:solidFill>
                  <a:srgbClr val="2B211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097280"/>
            <a:ext cx="2926080" cy="2926080"/>
          </a:xfrm>
          <a:prstGeom prst="ellipse">
            <a:avLst/>
          </a:prstGeom>
          <a:solidFill>
            <a:srgbClr val="F0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6E8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1188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3400" b="1" i="0">
                <a:solidFill>
                  <a:srgbClr val="FFF6E8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100584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000" b="0" i="0">
                <a:solidFill>
                  <a:srgbClr val="F0DFC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
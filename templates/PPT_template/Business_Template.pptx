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1880"/>
            <a:ext cx="2011680" cy="8229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3093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44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3272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0" i="0">
                <a:solidFill>
                  <a:srgbClr val="6A728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263640"/>
            <a:ext cx="10972800" cy="137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98448"/>
            <a:ext cx="1234440" cy="82296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1097280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640"/>
            <a:ext cx="5394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834640"/>
            <a:ext cx="5394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69080"/>
            <a:ext cx="5394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069080"/>
            <a:ext cx="5394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303520"/>
            <a:ext cx="5394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03520"/>
            <a:ext cx="5394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263640"/>
            <a:ext cx="10972800" cy="137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98448"/>
            <a:ext cx="1234440" cy="82296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539496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83080"/>
            <a:ext cx="539496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337560"/>
            <a:ext cx="539496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337560"/>
            <a:ext cx="539496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892040"/>
            <a:ext cx="539496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892040"/>
            <a:ext cx="539496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263640"/>
            <a:ext cx="10972800" cy="137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98448"/>
            <a:ext cx="1234440" cy="82296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539496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83080"/>
            <a:ext cx="539496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337560"/>
            <a:ext cx="539496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337560"/>
            <a:ext cx="539496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892040"/>
            <a:ext cx="539496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892040"/>
            <a:ext cx="539496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263640"/>
            <a:ext cx="10972800" cy="137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98448"/>
            <a:ext cx="1234440" cy="82296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1097280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743200"/>
            <a:ext cx="539496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743200"/>
            <a:ext cx="539496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86200"/>
            <a:ext cx="539496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886200"/>
            <a:ext cx="539496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029200"/>
            <a:ext cx="539496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029200"/>
            <a:ext cx="539496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263640"/>
            <a:ext cx="10972800" cy="137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98448"/>
            <a:ext cx="1234440" cy="82296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28600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0332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70332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12064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12064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263640"/>
            <a:ext cx="10972800" cy="137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98448"/>
            <a:ext cx="1234440" cy="82296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28600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0332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70332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12064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12064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263640"/>
            <a:ext cx="10972800" cy="137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98448"/>
            <a:ext cx="1234440" cy="82296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28600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0332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70332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12064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12064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263640"/>
            <a:ext cx="10972800" cy="137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98448"/>
            <a:ext cx="1234440" cy="82296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28600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0332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70332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12064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120640"/>
            <a:ext cx="539496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263640"/>
            <a:ext cx="10972800" cy="137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98448"/>
            <a:ext cx="1234440" cy="82296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260604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691640"/>
            <a:ext cx="260604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20" y="1691640"/>
            <a:ext cx="260604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0" y="1691640"/>
            <a:ext cx="260604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63240"/>
            <a:ext cx="27432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11880"/>
            <a:ext cx="109728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263640"/>
            <a:ext cx="10972800" cy="137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98448"/>
            <a:ext cx="1234440" cy="82296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640"/>
            <a:ext cx="539496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834640"/>
            <a:ext cx="539496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206240"/>
            <a:ext cx="539496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206240"/>
            <a:ext cx="539496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263640"/>
            <a:ext cx="10972800" cy="137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98448"/>
            <a:ext cx="1234440" cy="82296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45920"/>
            <a:ext cx="1097280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77440"/>
            <a:ext cx="539496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377440"/>
            <a:ext cx="539496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03320"/>
            <a:ext cx="539496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703320"/>
            <a:ext cx="539496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029200"/>
            <a:ext cx="539496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029200"/>
            <a:ext cx="539496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394960"/>
            <a:ext cx="1097280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0" i="1">
                <a:solidFill>
                  <a:srgbClr val="6A728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263640"/>
            <a:ext cx="10972800" cy="137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98448"/>
            <a:ext cx="1234440" cy="82296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6A728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6A728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4632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6A7280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1">
                <a:solidFill>
                  <a:srgbClr val="6A728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263640"/>
            <a:ext cx="10972800" cy="13716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6A7280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A7280"/>
                </a:solidFill>
                <a:latin typeface="Microsoft YaHe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298448"/>
            <a:ext cx="1234440" cy="82296"/>
          </a:xfrm>
          <a:prstGeom prst="rect">
            <a:avLst/>
          </a:prstGeom>
          <a:solidFill>
            <a:srgbClr val="0F2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5486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F2B4C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11880"/>
            <a:ext cx="5029200" cy="6583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611880"/>
            <a:ext cx="5029200" cy="6583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93208"/>
            <a:ext cx="5029200" cy="6583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093208"/>
            <a:ext cx="5029200" cy="6583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4181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B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3093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10058400" cy="11887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611880"/>
            <a:ext cx="100584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E3E8E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
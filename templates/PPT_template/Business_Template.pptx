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B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572000" cy="4572000"/>
          </a:xfrm>
          <a:prstGeom prst="ellipse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1737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88920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47288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05656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64024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22392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9768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1663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27432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109728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097280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0060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92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1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1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B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4389120"/>
            <a:ext cx="4572000" cy="4572000"/>
          </a:xfrm>
          <a:prstGeom prst="ellipse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
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572000" cy="4572000"/>
          </a:xfrm>
          <a:prstGeom prst="ellipse">
            <a:avLst/>
          </a:prstGeom>
          <a:solidFill>
            <a:srgbClr val="F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737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32720" cy="8229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57E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857E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234440" cy="82296"/>
          </a:xfrm>
          <a:prstGeom prst="rect">
            <a:avLst/>
          </a:prstGeom>
          <a:solidFill>
            <a:srgbClr val="F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10972800" cy="9601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88920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47288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105656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64024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422392"/>
            <a:ext cx="10972800" cy="5669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57E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857E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234440" cy="82296"/>
          </a:xfrm>
          <a:prstGeom prst="rect">
            <a:avLst/>
          </a:prstGeom>
          <a:solidFill>
            <a:srgbClr val="F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0972800" cy="6400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1097280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29000"/>
            <a:ext cx="1097280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97680"/>
            <a:ext cx="1097280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166360"/>
            <a:ext cx="1097280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57E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857E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234440" cy="82296"/>
          </a:xfrm>
          <a:prstGeom prst="rect">
            <a:avLst/>
          </a:prstGeom>
          <a:solidFill>
            <a:srgbClr val="F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10972800" cy="6400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5394960" cy="6858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606040"/>
            <a:ext cx="5394960" cy="6858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74720"/>
            <a:ext cx="5394960" cy="6858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474720"/>
            <a:ext cx="5394960" cy="6858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57E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857E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234440" cy="82296"/>
          </a:xfrm>
          <a:prstGeom prst="rect">
            <a:avLst/>
          </a:prstGeom>
          <a:solidFill>
            <a:srgbClr val="F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10972800" cy="914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539496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743200"/>
            <a:ext cx="539496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74720"/>
            <a:ext cx="539496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474720"/>
            <a:ext cx="539496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06240"/>
            <a:ext cx="539496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206240"/>
            <a:ext cx="539496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57E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857E"/>
                </a:solidFill>
                <a:latin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234440" cy="82296"/>
          </a:xfrm>
          <a:prstGeom prst="rect">
            <a:avLst/>
          </a:prstGeom>
          <a:solidFill>
            <a:srgbClr val="F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004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1097280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22191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35424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248656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57E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857E"/>
                </a:solidFill>
                <a:latin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234440" cy="82296"/>
          </a:xfrm>
          <a:prstGeom prst="rect">
            <a:avLst/>
          </a:prstGeom>
          <a:solidFill>
            <a:srgbClr val="F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004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1097280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22191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35424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248656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57E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857E"/>
                </a:solidFill>
                <a:latin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234440" cy="82296"/>
          </a:xfrm>
          <a:prstGeom prst="rect">
            <a:avLst/>
          </a:prstGeom>
          <a:solidFill>
            <a:srgbClr val="F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004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1097280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22191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35424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248656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57E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857E"/>
                </a:solidFill>
                <a:latin typeface="Microsoft Ya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234440" cy="82296"/>
          </a:xfrm>
          <a:prstGeom prst="rect">
            <a:avLst/>
          </a:prstGeom>
          <a:solidFill>
            <a:srgbClr val="F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32004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10972800" cy="7315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22191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35424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248656"/>
            <a:ext cx="1097280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57E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857E"/>
                </a:solidFill>
                <a:latin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234440" cy="82296"/>
          </a:xfrm>
          <a:prstGeom prst="rect">
            <a:avLst/>
          </a:prstGeom>
          <a:solidFill>
            <a:srgbClr val="F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2606040" cy="10515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1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691640"/>
            <a:ext cx="2606040" cy="10515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1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2606040" cy="10515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1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1691640"/>
            <a:ext cx="2606040" cy="10515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1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60"/>
            <a:ext cx="27432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57600"/>
            <a:ext cx="10972800" cy="10972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57E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857E"/>
                </a:solidFill>
                <a:latin typeface="Microsoft Ya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234440" cy="82296"/>
          </a:xfrm>
          <a:prstGeom prst="rect">
            <a:avLst/>
          </a:prstGeom>
          <a:solidFill>
            <a:srgbClr val="F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10972800" cy="8229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80360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40480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800600"/>
            <a:ext cx="1097280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57E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857E"/>
                </a:solidFill>
                <a:latin typeface="Microsoft Ya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234440" cy="82296"/>
          </a:xfrm>
          <a:prstGeom prst="rect">
            <a:avLst/>
          </a:prstGeom>
          <a:solidFill>
            <a:srgbClr val="F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1097280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7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539496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39496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17520"/>
            <a:ext cx="539496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017520"/>
            <a:ext cx="539496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03320"/>
            <a:ext cx="539496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703320"/>
            <a:ext cx="539496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89120"/>
            <a:ext cx="539496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389120"/>
            <a:ext cx="539496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349240"/>
            <a:ext cx="10972800" cy="6858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0" i="1">
                <a:solidFill>
                  <a:srgbClr val="8A857E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57E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857E"/>
                </a:solidFill>
                <a:latin typeface="Microsoft Ya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234440" cy="82296"/>
          </a:xfrm>
          <a:prstGeom prst="rect">
            <a:avLst/>
          </a:prstGeom>
          <a:solidFill>
            <a:srgbClr val="F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1033272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0" i="0">
                <a:solidFill>
                  <a:srgbClr val="8A857E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1033272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0" i="0">
                <a:solidFill>
                  <a:srgbClr val="8A857E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500" b="1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33272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0" i="0">
                <a:solidFill>
                  <a:srgbClr val="8A857E"/>
                </a:solidFill>
                <a:latin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200" b="0" i="1">
                <a:solidFill>
                  <a:srgbClr val="8A857E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8A857E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8A857E"/>
                </a:solidFill>
                <a:latin typeface="Microsoft Ya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234440" cy="82296"/>
          </a:xfrm>
          <a:prstGeom prst="rect">
            <a:avLst/>
          </a:prstGeom>
          <a:solidFill>
            <a:srgbClr val="F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5486400" cy="4572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Microsoft Ya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700" b="1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5029200" cy="6858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11880"/>
            <a:ext cx="5029200" cy="6858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5029200" cy="6858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434840"/>
            <a:ext cx="5029200" cy="6858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1600" b="0" i="0">
                <a:solidFill>
                  <a:srgbClr val="2D2A26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4389120"/>
            <a:ext cx="4572000" cy="4572000"/>
          </a:xfrm>
          <a:prstGeom prst="ellipse">
            <a:avLst/>
          </a:prstGeom>
          <a:solidFill>
            <a:srgbClr val="FF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</a:rPr>
              <a:t>LESSONFORGE 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1887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8229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
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365760"/>
            <a:ext cx="1463040" cy="146304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1005840" cy="100584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3291840"/>
            <a:ext cx="2743200" cy="109728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42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103327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0" i="0">
                <a:solidFill>
                  <a:srgbClr val="8A857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490472"/>
            <a:ext cx="1137513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2633472"/>
            <a:ext cx="5614416" cy="12710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5212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2633472"/>
            <a:ext cx="5614416" cy="12710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834640"/>
            <a:ext cx="5212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3913632"/>
            <a:ext cx="5614416" cy="12710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5212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25312" y="3913632"/>
            <a:ext cx="5614416" cy="12710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114800"/>
            <a:ext cx="5212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5193792"/>
            <a:ext cx="5614416" cy="12710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94960"/>
            <a:ext cx="5212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25312" y="5193792"/>
            <a:ext cx="5614416" cy="12710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5394960"/>
            <a:ext cx="5212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581912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25312" y="1581912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78308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" y="3136391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25312" y="3136391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333756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4690872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25312" y="4690872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89204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581912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25312" y="1581912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78308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" y="3136391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25312" y="3136391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333756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4690872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25312" y="4690872"/>
            <a:ext cx="561441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892040"/>
            <a:ext cx="521208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490472"/>
            <a:ext cx="11375136" cy="122529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97280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2542032"/>
            <a:ext cx="5614416" cy="122529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521208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2542032"/>
            <a:ext cx="5614416" cy="122529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743200"/>
            <a:ext cx="521208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3730752"/>
            <a:ext cx="5614416" cy="122529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521208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25312" y="3730752"/>
            <a:ext cx="5614416" cy="122529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931920"/>
            <a:ext cx="521208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4919472"/>
            <a:ext cx="5614416" cy="122529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521208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25312" y="4919472"/>
            <a:ext cx="5614416" cy="122529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5120640"/>
            <a:ext cx="521208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490472"/>
            <a:ext cx="3328416" cy="8595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208483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208483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28600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350215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25312" y="350215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70332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4919472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25312" y="4919472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512064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490472"/>
            <a:ext cx="3328416" cy="8595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208483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208483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28600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350215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25312" y="350215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70332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4919472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25312" y="4919472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512064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490472"/>
            <a:ext cx="3328416" cy="8595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208483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208483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28600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350215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25312" y="350215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70332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4919472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25312" y="4919472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512064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490472"/>
            <a:ext cx="3328416" cy="8595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208483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208483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28600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350215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25312" y="3502151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70332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4919472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25312" y="4919472"/>
            <a:ext cx="5614416" cy="14081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5120640"/>
            <a:ext cx="52120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490472"/>
            <a:ext cx="3008376" cy="1453895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79592" y="1490472"/>
            <a:ext cx="3008376" cy="1453895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20272" y="1490472"/>
            <a:ext cx="3008376" cy="1453895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760952" y="1490472"/>
            <a:ext cx="3008376" cy="1453895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6212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" y="2907791"/>
            <a:ext cx="3145536" cy="8595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08960"/>
            <a:ext cx="27432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3456432"/>
            <a:ext cx="11375136" cy="149961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109728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581912"/>
            <a:ext cx="11375136" cy="11795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2633472"/>
            <a:ext cx="561441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521208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2633472"/>
            <a:ext cx="561441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834640"/>
            <a:ext cx="521208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4096512"/>
            <a:ext cx="561441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97680"/>
            <a:ext cx="521208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25312" y="4096512"/>
            <a:ext cx="561441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97680"/>
            <a:ext cx="521208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" y="1444752"/>
            <a:ext cx="11375136" cy="9509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2176272"/>
            <a:ext cx="561441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521208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2176272"/>
            <a:ext cx="561441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377440"/>
            <a:ext cx="521208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3547871"/>
            <a:ext cx="561441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521208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25312" y="3547871"/>
            <a:ext cx="561441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749039"/>
            <a:ext cx="521208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4919472"/>
            <a:ext cx="561441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521208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25312" y="4919472"/>
            <a:ext cx="561441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5120640"/>
            <a:ext cx="521208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" y="5285232"/>
            <a:ext cx="11375136" cy="95097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1">
                <a:solidFill>
                  <a:srgbClr val="8A857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490472"/>
            <a:ext cx="10735056" cy="90525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332720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39112"/>
            <a:ext cx="10735056" cy="8595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0">
                <a:solidFill>
                  <a:srgbClr val="8A857E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07791"/>
            <a:ext cx="10735056" cy="90525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456432"/>
            <a:ext cx="10735056" cy="8595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0">
                <a:solidFill>
                  <a:srgbClr val="8A857E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325112"/>
            <a:ext cx="10735056" cy="90525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26280"/>
            <a:ext cx="10332720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873752"/>
            <a:ext cx="10735056" cy="8595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0">
                <a:solidFill>
                  <a:srgbClr val="8A857E"/>
                </a:solidFill>
                <a:latin typeface="Microsoft YaHe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5605272"/>
            <a:ext cx="10735056" cy="76809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806440"/>
            <a:ext cx="1033272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1">
                <a:solidFill>
                  <a:srgbClr val="8A857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247120" y="365760"/>
            <a:ext cx="640080" cy="640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857E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857E"/>
                </a:solidFill>
                <a:latin typeface="Microsoft Ya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0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353312"/>
            <a:ext cx="1234440" cy="91440"/>
          </a:xfrm>
          <a:prstGeom prst="rect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536192"/>
            <a:ext cx="5888736" cy="8595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5486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84831"/>
            <a:ext cx="10735056" cy="131673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410712"/>
            <a:ext cx="5431536" cy="113385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50292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16752" y="3410712"/>
            <a:ext cx="5431536" cy="113385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3611880"/>
            <a:ext cx="50292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965192"/>
            <a:ext cx="5431536" cy="113385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66360"/>
            <a:ext cx="50292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2" y="4965192"/>
            <a:ext cx="5431536" cy="1133856"/>
          </a:xfrm>
          <a:prstGeom prst="roundRect">
            <a:avLst>
              <a:gd name="adj" fmla="val 8000"/>
            </a:avLst>
          </a:prstGeom>
          <a:solidFill>
            <a:srgbClr val="FFF1EB"/>
          </a:solidFill>
          <a:ln w="9525">
            <a:solidFill>
              <a:srgbClr val="FF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5166360"/>
            <a:ext cx="50292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0" i="0">
                <a:solidFill>
                  <a:srgbClr val="2D2A2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B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5120640"/>
            <a:ext cx="2377440" cy="2377440"/>
          </a:xfrm>
          <a:prstGeom prst="ellipse">
            <a:avLst/>
          </a:prstGeom>
          <a:solidFill>
            <a:srgbClr val="F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3093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05840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11880"/>
            <a:ext cx="100584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FFE3D6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
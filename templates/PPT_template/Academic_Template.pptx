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572000" cy="4572000"/>
          </a:xfrm>
          <a:prstGeom prst="ellipse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47288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05656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64024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22392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97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92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
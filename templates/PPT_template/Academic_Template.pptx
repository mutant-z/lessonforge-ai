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920240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920240" y="0"/>
            <a:ext cx="54864" cy="6858000"/>
          </a:xfrm>
          <a:prstGeom prst="rect">
            <a:avLst/>
          </a:prstGeom>
          <a:solidFill>
            <a:srgbClr val="D6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Microsoft YaHei"/>
              </a:rPr>
              <a:t>LESSONFORGE 微课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2148840"/>
            <a:ext cx="8778240" cy="1554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4000" b="1" i="0">
                <a:solidFill>
                  <a:srgbClr val="1F4E79"/>
                </a:solidFill>
                <a:latin typeface="Microsoft YaHe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3794760"/>
            <a:ext cx="8778240" cy="6400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800" b="0" i="0">
                <a:solidFill>
                  <a:srgbClr val="6B7280"/>
                </a:solidFill>
                <a:latin typeface="Microsoft YaHei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19088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icrosoft YaHei"/>
              </a:rPr>
              <a:t>LESSONFORGE 微课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1908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57200"/>
            <a:ext cx="10789920" cy="7772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2800" b="1" i="0">
                <a:solidFill>
                  <a:srgbClr val="1F4E79"/>
                </a:solidFill>
                <a:latin typeface="Microsoft YaHe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298448"/>
            <a:ext cx="1234440" cy="82296"/>
          </a:xfrm>
          <a:prstGeom prst="rect">
            <a:avLst/>
          </a:prstGeom>
          <a:solidFill>
            <a:srgbClr val="D6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691640"/>
            <a:ext cx="10972800" cy="914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800" b="1" i="0">
                <a:solidFill>
                  <a:srgbClr val="1F4E79"/>
                </a:solidFill>
                <a:latin typeface="Microsoft YaHei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788920"/>
            <a:ext cx="10972800" cy="53035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Microsoft YaHe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941063"/>
            <a:ext cx="10972800" cy="53035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Microsoft YaHe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093208"/>
            <a:ext cx="10972800" cy="53035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Microsoft YaHe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245352"/>
            <a:ext cx="10972800" cy="53035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Microsoft YaHe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7397496"/>
            <a:ext cx="10972800" cy="53035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Microsoft YaHei"/>
              </a:rPr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19088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icrosoft YaHei"/>
              </a:rPr>
              <a:t>LESSONFORGE 微课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1908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57200"/>
            <a:ext cx="10789920" cy="7772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2800" b="1" i="0">
                <a:solidFill>
                  <a:srgbClr val="1F4E79"/>
                </a:solidFill>
                <a:latin typeface="Microsoft YaHe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298448"/>
            <a:ext cx="1234440" cy="82296"/>
          </a:xfrm>
          <a:prstGeom prst="rect">
            <a:avLst/>
          </a:prstGeom>
          <a:solidFill>
            <a:srgbClr val="D6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737360"/>
            <a:ext cx="10972800" cy="59436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800" b="1" i="0">
                <a:solidFill>
                  <a:srgbClr val="1F4E79"/>
                </a:solidFill>
                <a:latin typeface="Microsoft YaHei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468880"/>
            <a:ext cx="10972800" cy="65836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Microsoft YaHe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904487"/>
            <a:ext cx="10972800" cy="65836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Microsoft YaHe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340096"/>
            <a:ext cx="10972800" cy="65836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Microsoft YaHe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775703"/>
            <a:ext cx="10972800" cy="65836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Microsoft YaHei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19088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icrosoft YaHei"/>
              </a:rPr>
              <a:t>LESSONFORGE 微课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1908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Microsoft YaHe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57200"/>
            <a:ext cx="10789920" cy="7772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2800" b="1" i="0">
                <a:solidFill>
                  <a:srgbClr val="1F4E79"/>
                </a:solidFill>
                <a:latin typeface="Microsoft YaHe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298448"/>
            <a:ext cx="1234440" cy="82296"/>
          </a:xfrm>
          <a:prstGeom prst="rect">
            <a:avLst/>
          </a:prstGeom>
          <a:solidFill>
            <a:srgbClr val="D6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737360"/>
            <a:ext cx="10972800" cy="59436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800" b="1" i="0">
                <a:solidFill>
                  <a:srgbClr val="1F4E79"/>
                </a:solidFill>
                <a:latin typeface="Microsoft YaHei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468880"/>
            <a:ext cx="5394960" cy="65836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Microsoft YaHe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2468880"/>
            <a:ext cx="5394960" cy="65836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Microsoft YaHe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5394960" cy="65836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Microsoft YaHe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3950208"/>
            <a:ext cx="5394960" cy="65836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Microsoft YaHei"/>
              </a:rP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19088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icrosoft YaHei"/>
              </a:rPr>
              <a:t>LESSONFORGE 微课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1908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Microsoft YaHe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57200"/>
            <a:ext cx="10789920" cy="7772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2800" b="1" i="0">
                <a:solidFill>
                  <a:srgbClr val="1F4E79"/>
                </a:solidFill>
                <a:latin typeface="Microsoft YaHe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298448"/>
            <a:ext cx="1234440" cy="82296"/>
          </a:xfrm>
          <a:prstGeom prst="rect">
            <a:avLst/>
          </a:prstGeom>
          <a:solidFill>
            <a:srgbClr val="D6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691640"/>
            <a:ext cx="10972800" cy="8686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800" b="1" i="0">
                <a:solidFill>
                  <a:srgbClr val="1F4E79"/>
                </a:solidFill>
                <a:latin typeface="Microsoft YaHei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697480"/>
            <a:ext cx="5394960" cy="5669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Microsoft YaHe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2697480"/>
            <a:ext cx="5394960" cy="5669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Microsoft YaHe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5394960" cy="5669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Microsoft YaHe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3950208"/>
            <a:ext cx="5394960" cy="5669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Microsoft YaHe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5202936"/>
            <a:ext cx="5394960" cy="5669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Microsoft YaHei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5202936"/>
            <a:ext cx="5394960" cy="5669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Microsoft YaHei"/>
              </a:rPr>
              <a:t/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19088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icrosoft YaHei"/>
              </a:rPr>
              <a:t>LESSONFORGE 微课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1908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Microsoft YaHei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57200"/>
            <a:ext cx="10789920" cy="7772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2800" b="1" i="0">
                <a:solidFill>
                  <a:srgbClr val="1F4E79"/>
                </a:solidFill>
                <a:latin typeface="Microsoft YaHe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298448"/>
            <a:ext cx="1234440" cy="82296"/>
          </a:xfrm>
          <a:prstGeom prst="rect">
            <a:avLst/>
          </a:prstGeom>
          <a:solidFill>
            <a:srgbClr val="D6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691640"/>
            <a:ext cx="292608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Microsoft YaHei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240280"/>
            <a:ext cx="10972800" cy="6858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Microsoft YaHe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63240"/>
            <a:ext cx="10972800" cy="5669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Microsoft YaHe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315968"/>
            <a:ext cx="10972800" cy="5669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Microsoft YaHe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5568696"/>
            <a:ext cx="10972800" cy="5669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Microsoft YaHe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821424"/>
            <a:ext cx="10972800" cy="5669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Microsoft YaHei"/>
              </a:rPr>
              <a:t/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19088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icrosoft YaHei"/>
              </a:rPr>
              <a:t>LESSONFORGE 微课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1908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Microsoft YaHei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57200"/>
            <a:ext cx="10789920" cy="7772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2800" b="1" i="0">
                <a:solidFill>
                  <a:srgbClr val="1F4E79"/>
                </a:solidFill>
                <a:latin typeface="Microsoft YaHe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298448"/>
            <a:ext cx="1234440" cy="82296"/>
          </a:xfrm>
          <a:prstGeom prst="rect">
            <a:avLst/>
          </a:prstGeom>
          <a:solidFill>
            <a:srgbClr val="D6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691640"/>
            <a:ext cx="292608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Microsoft YaHei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240280"/>
            <a:ext cx="10972800" cy="6858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Microsoft YaHe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63240"/>
            <a:ext cx="10972800" cy="5669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Microsoft YaHe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315968"/>
            <a:ext cx="10972800" cy="5669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Microsoft YaHe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5568696"/>
            <a:ext cx="10972800" cy="5669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Microsoft YaHe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821424"/>
            <a:ext cx="10972800" cy="5669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Microsoft YaHei"/>
              </a:rPr>
              <a:t/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19088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icrosoft YaHei"/>
              </a:rPr>
              <a:t>LESSONFORGE 微课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1908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Microsoft YaHei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57200"/>
            <a:ext cx="10789920" cy="7772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2800" b="1" i="0">
                <a:solidFill>
                  <a:srgbClr val="1F4E79"/>
                </a:solidFill>
                <a:latin typeface="Microsoft YaHe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298448"/>
            <a:ext cx="1234440" cy="82296"/>
          </a:xfrm>
          <a:prstGeom prst="rect">
            <a:avLst/>
          </a:prstGeom>
          <a:solidFill>
            <a:srgbClr val="D6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691640"/>
            <a:ext cx="292608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Microsoft YaHei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240280"/>
            <a:ext cx="10972800" cy="6858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Microsoft YaHe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63240"/>
            <a:ext cx="10972800" cy="5669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Microsoft YaHe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315968"/>
            <a:ext cx="10972800" cy="5669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Microsoft YaHe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5568696"/>
            <a:ext cx="10972800" cy="5669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Microsoft YaHe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821424"/>
            <a:ext cx="10972800" cy="5669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Microsoft YaHei"/>
              </a:rPr>
              <a:t/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19088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icrosoft YaHei"/>
              </a:rPr>
              <a:t>LESSONFORGE 微课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1908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Microsoft YaHei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57200"/>
            <a:ext cx="10789920" cy="7772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2800" b="1" i="0">
                <a:solidFill>
                  <a:srgbClr val="1F4E79"/>
                </a:solidFill>
                <a:latin typeface="Microsoft YaHe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298448"/>
            <a:ext cx="1234440" cy="82296"/>
          </a:xfrm>
          <a:prstGeom prst="rect">
            <a:avLst/>
          </a:prstGeom>
          <a:solidFill>
            <a:srgbClr val="D6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691640"/>
            <a:ext cx="292608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Microsoft YaHei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240280"/>
            <a:ext cx="10972800" cy="6858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Microsoft YaHe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63240"/>
            <a:ext cx="10972800" cy="5669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Microsoft YaHe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315968"/>
            <a:ext cx="10972800" cy="5669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Microsoft YaHe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5568696"/>
            <a:ext cx="10972800" cy="5669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Microsoft YaHe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821424"/>
            <a:ext cx="10972800" cy="5669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Microsoft YaHei"/>
              </a:rPr>
              <a:t/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19088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icrosoft YaHei"/>
              </a:rPr>
              <a:t>LESSONFORGE 微课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1908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Microsoft YaHe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57200"/>
            <a:ext cx="10789920" cy="7772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2800" b="1" i="0">
                <a:solidFill>
                  <a:srgbClr val="1F4E79"/>
                </a:solidFill>
                <a:latin typeface="Microsoft YaHe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298448"/>
            <a:ext cx="1234440" cy="82296"/>
          </a:xfrm>
          <a:prstGeom prst="rect">
            <a:avLst/>
          </a:prstGeom>
          <a:solidFill>
            <a:srgbClr val="D6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691640"/>
            <a:ext cx="2606040" cy="10058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Microsoft YaHei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1691640"/>
            <a:ext cx="2606040" cy="10058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Microsoft YaHe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1691640"/>
            <a:ext cx="2606040" cy="10058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Microsoft YaHe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0" y="1691640"/>
            <a:ext cx="2606040" cy="10058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Microsoft YaHe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063240"/>
            <a:ext cx="274320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Microsoft YaHe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611880"/>
            <a:ext cx="10972800" cy="10972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Microsoft YaHei"/>
              </a:rPr>
              <a:t/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19088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icrosoft YaHei"/>
              </a:rPr>
              <a:t>LESSONFORGE 微课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1908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Microsoft YaHe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57200"/>
            <a:ext cx="10789920" cy="7772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2800" b="1" i="0">
                <a:solidFill>
                  <a:srgbClr val="1F4E79"/>
                </a:solidFill>
                <a:latin typeface="Microsoft YaHe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298448"/>
            <a:ext cx="1234440" cy="82296"/>
          </a:xfrm>
          <a:prstGeom prst="rect">
            <a:avLst/>
          </a:prstGeom>
          <a:solidFill>
            <a:srgbClr val="D6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783080"/>
            <a:ext cx="10972800" cy="7772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800" b="1" i="0">
                <a:solidFill>
                  <a:srgbClr val="1F4E79"/>
                </a:solidFill>
                <a:latin typeface="Microsoft YaHei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834640"/>
            <a:ext cx="10972800" cy="7315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Microsoft YaHe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480560"/>
            <a:ext cx="10972800" cy="7315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Microsoft YaHe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126480"/>
            <a:ext cx="10972800" cy="7315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Microsoft YaHei"/>
              </a:rPr>
              <a:t/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19088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icrosoft YaHei"/>
              </a:rPr>
              <a:t>LESSONFORGE 微课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1908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Microsoft YaHei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57200"/>
            <a:ext cx="10789920" cy="7772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2800" b="1" i="0">
                <a:solidFill>
                  <a:srgbClr val="1F4E79"/>
                </a:solidFill>
                <a:latin typeface="Microsoft YaHe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298448"/>
            <a:ext cx="1234440" cy="82296"/>
          </a:xfrm>
          <a:prstGeom prst="rect">
            <a:avLst/>
          </a:prstGeom>
          <a:solidFill>
            <a:srgbClr val="D6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645920"/>
            <a:ext cx="10972800" cy="5486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700" b="1" i="0">
                <a:solidFill>
                  <a:srgbClr val="1F4E79"/>
                </a:solidFill>
                <a:latin typeface="Microsoft YaHei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31720"/>
            <a:ext cx="5394960" cy="5486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Microsoft YaHe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2331720"/>
            <a:ext cx="5394960" cy="5486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Microsoft YaHe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566160"/>
            <a:ext cx="5394960" cy="5486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Microsoft YaHe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3566160"/>
            <a:ext cx="5394960" cy="5486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Microsoft YaHe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800600"/>
            <a:ext cx="5394960" cy="5486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Microsoft YaHei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4800600"/>
            <a:ext cx="5394960" cy="5486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Microsoft YaHei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035040"/>
            <a:ext cx="5394960" cy="5486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Microsoft YaHe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6035040"/>
            <a:ext cx="5394960" cy="5486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Microsoft YaHei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349240"/>
            <a:ext cx="10972800" cy="6400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Microsoft YaHei"/>
              </a:rPr>
              <a:t/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19088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icrosoft YaHei"/>
              </a:rPr>
              <a:t>LESSONFORGE 微课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1908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Microsoft YaHei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57200"/>
            <a:ext cx="10789920" cy="7772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2800" b="1" i="0">
                <a:solidFill>
                  <a:srgbClr val="1F4E79"/>
                </a:solidFill>
                <a:latin typeface="Microsoft YaHe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298448"/>
            <a:ext cx="1234440" cy="82296"/>
          </a:xfrm>
          <a:prstGeom prst="rect">
            <a:avLst/>
          </a:prstGeom>
          <a:solidFill>
            <a:srgbClr val="D6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1033272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Microsoft YaHei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10332720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Microsoft YaHe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17520"/>
            <a:ext cx="1033272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Microsoft YaHe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20440"/>
            <a:ext cx="10332720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Microsoft YaHe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343400"/>
            <a:ext cx="1033272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Microsoft YaHe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846320"/>
            <a:ext cx="10332720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Microsoft YaHei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669280"/>
            <a:ext cx="10332720" cy="36576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200" b="0" i="1">
                <a:solidFill>
                  <a:srgbClr val="6B7280"/>
                </a:solidFill>
                <a:latin typeface="Microsoft YaHei"/>
              </a:rPr>
              <a:t/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19088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icrosoft YaHei"/>
              </a:rPr>
              <a:t>LESSONFORGE 微课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1908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Microsoft YaHei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57200"/>
            <a:ext cx="10789920" cy="7772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2800" b="1" i="0">
                <a:solidFill>
                  <a:srgbClr val="1F4E79"/>
                </a:solidFill>
                <a:latin typeface="Microsoft YaHe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298448"/>
            <a:ext cx="1234440" cy="82296"/>
          </a:xfrm>
          <a:prstGeom prst="rect">
            <a:avLst/>
          </a:prstGeom>
          <a:solidFill>
            <a:srgbClr val="D6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548640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Microsoft YaHei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10332720" cy="914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700" b="1" i="0">
                <a:solidFill>
                  <a:srgbClr val="1A1A1A"/>
                </a:solidFill>
                <a:latin typeface="Microsoft YaHe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11880"/>
            <a:ext cx="5029200" cy="65836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Microsoft YaHe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3611880"/>
            <a:ext cx="5029200" cy="65836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Microsoft YaHe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093208"/>
            <a:ext cx="5029200" cy="65836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Microsoft YaHe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5093208"/>
            <a:ext cx="5029200" cy="65836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Microsoft YaHei"/>
              </a:rPr>
              <a:t/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4114800"/>
            <a:ext cx="4389120" cy="4389120"/>
          </a:xfrm>
          <a:prstGeom prst="ellipse">
            <a:avLst/>
          </a:prstGeom>
          <a:solidFill>
            <a:srgbClr val="D6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6309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Microsoft YaHei"/>
              </a:rPr>
              <a:t>LESSONFORGE 微课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10058400" cy="11887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611880"/>
            <a:ext cx="10058400" cy="7315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
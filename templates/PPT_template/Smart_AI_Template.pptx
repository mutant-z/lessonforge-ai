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3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3093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2286000"/>
            <a:ext cx="8595360" cy="1554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4023360"/>
            <a:ext cx="85953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000" b="0" i="0">
                <a:solidFill>
                  <a:srgbClr val="E2DBF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64008" cy="6858000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02920"/>
            <a:ext cx="996696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856231" y="1335024"/>
            <a:ext cx="1234440" cy="82296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96696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834640"/>
            <a:ext cx="457200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834640"/>
            <a:ext cx="457200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160520"/>
            <a:ext cx="457200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160520"/>
            <a:ext cx="457200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486400"/>
            <a:ext cx="457200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486400"/>
            <a:ext cx="457200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64008" cy="6858000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02920"/>
            <a:ext cx="996696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856231" y="1335024"/>
            <a:ext cx="1234440" cy="82296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1783080"/>
            <a:ext cx="457200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783080"/>
            <a:ext cx="457200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37560"/>
            <a:ext cx="457200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337560"/>
            <a:ext cx="457200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892040"/>
            <a:ext cx="457200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4892040"/>
            <a:ext cx="457200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64008" cy="6858000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02920"/>
            <a:ext cx="996696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856231" y="1335024"/>
            <a:ext cx="1234440" cy="82296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1783080"/>
            <a:ext cx="457200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783080"/>
            <a:ext cx="457200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37560"/>
            <a:ext cx="457200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337560"/>
            <a:ext cx="457200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892040"/>
            <a:ext cx="457200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4892040"/>
            <a:ext cx="457200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64008" cy="6858000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02920"/>
            <a:ext cx="996696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856231" y="1335024"/>
            <a:ext cx="1234440" cy="82296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96696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788920"/>
            <a:ext cx="45720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788920"/>
            <a:ext cx="45720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977639"/>
            <a:ext cx="45720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977639"/>
            <a:ext cx="45720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166360"/>
            <a:ext cx="45720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166360"/>
            <a:ext cx="45720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64008" cy="6858000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02920"/>
            <a:ext cx="996696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856231" y="1335024"/>
            <a:ext cx="1234440" cy="82296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29260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286000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286000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749039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749039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212080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212080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64008" cy="6858000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02920"/>
            <a:ext cx="996696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856231" y="1335024"/>
            <a:ext cx="1234440" cy="82296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29260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286000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286000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749039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749039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212080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212080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64008" cy="6858000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02920"/>
            <a:ext cx="996696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856231" y="1335024"/>
            <a:ext cx="1234440" cy="82296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29260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286000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286000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749039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749039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212080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212080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64008" cy="6858000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02920"/>
            <a:ext cx="996696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856231" y="1335024"/>
            <a:ext cx="1234440" cy="82296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292608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286000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286000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749039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749039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212080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212080"/>
            <a:ext cx="457200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64008" cy="6858000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02920"/>
            <a:ext cx="996696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856231" y="1335024"/>
            <a:ext cx="1234440" cy="82296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24688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691640"/>
            <a:ext cx="24688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0" y="1691640"/>
            <a:ext cx="24688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90719" y="1691640"/>
            <a:ext cx="2468880" cy="10058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063240"/>
            <a:ext cx="27432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611880"/>
            <a:ext cx="996696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64008" cy="6858000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02920"/>
            <a:ext cx="996696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856231" y="1335024"/>
            <a:ext cx="1234440" cy="82296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1783080"/>
            <a:ext cx="996696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834640"/>
            <a:ext cx="457200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834640"/>
            <a:ext cx="457200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251960"/>
            <a:ext cx="457200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251960"/>
            <a:ext cx="4572000" cy="8686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64008" cy="6858000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02920"/>
            <a:ext cx="996696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856231" y="1335024"/>
            <a:ext cx="1234440" cy="82296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1645920"/>
            <a:ext cx="9966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40"/>
            <a:ext cx="457200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377440"/>
            <a:ext cx="457200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749039"/>
            <a:ext cx="457200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749039"/>
            <a:ext cx="457200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120640"/>
            <a:ext cx="457200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120640"/>
            <a:ext cx="457200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5486400"/>
            <a:ext cx="9966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0" i="1">
                <a:solidFill>
                  <a:srgbClr val="6E6A8A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64008" cy="6858000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02920"/>
            <a:ext cx="996696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856231" y="1335024"/>
            <a:ext cx="1234440" cy="82296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96696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94560"/>
            <a:ext cx="996696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6E6A8A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017520"/>
            <a:ext cx="996696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520440"/>
            <a:ext cx="996696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6E6A8A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343400"/>
            <a:ext cx="996696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846320"/>
            <a:ext cx="996696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6E6A8A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669280"/>
            <a:ext cx="996696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0" i="1">
                <a:solidFill>
                  <a:srgbClr val="6E6A8A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6858000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64008" cy="6858000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E6A8A"/>
                </a:solidFill>
                <a:latin typeface="Microsoft YaHe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02920"/>
            <a:ext cx="996696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856231" y="1335024"/>
            <a:ext cx="1234440" cy="82296"/>
          </a:xfrm>
          <a:prstGeom prst="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1737360"/>
            <a:ext cx="5486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5B3DF5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286000"/>
            <a:ext cx="996696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611880"/>
            <a:ext cx="4572000" cy="6583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611880"/>
            <a:ext cx="4572000" cy="6583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093208"/>
            <a:ext cx="4572000" cy="6583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093208"/>
            <a:ext cx="4572000" cy="6583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1B183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3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-1097280"/>
            <a:ext cx="3108960" cy="3108960"/>
          </a:xfrm>
          <a:prstGeom prst="ellipse">
            <a:avLst/>
          </a:prstGeom>
          <a:solidFill>
            <a:srgbClr val="E2D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3093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194560"/>
            <a:ext cx="8595360" cy="11887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611880"/>
            <a:ext cx="859536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000" b="0" i="0">
                <a:solidFill>
                  <a:srgbClr val="E2DBF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
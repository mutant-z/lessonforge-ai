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3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572000" cy="4572000"/>
          </a:xfrm>
          <a:prstGeom prst="ellipse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263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1737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33272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E6A8A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88920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47288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105656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64024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422392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E6A8A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6032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2900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29768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1663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E6A8A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60604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47472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E6A8A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74320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47472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0624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0624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E6A8A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E6A8A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E6A8A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E6A8A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E6A8A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08960"/>
            <a:ext cx="27432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57600"/>
            <a:ext cx="109728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E6A8A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1097280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4048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80060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E6A8A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317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3317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175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0175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033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7033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891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3891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92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0" i="1">
                <a:solidFill>
                  <a:srgbClr val="6E6A8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E6A8A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E6A8A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E6A8A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4632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E6A8A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1">
                <a:solidFill>
                  <a:srgbClr val="6E6A8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E6A8A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5486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61188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443484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3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4389120"/>
            <a:ext cx="4572000" cy="4572000"/>
          </a:xfrm>
          <a:prstGeom prst="ellipse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263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
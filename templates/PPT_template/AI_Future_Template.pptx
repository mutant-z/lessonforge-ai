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9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737360"/>
            <a:ext cx="10332720" cy="18288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852160"/>
            <a:ext cx="5486400" cy="18288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3093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32720" cy="1554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3272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D6E4F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21440" y="320040"/>
            <a:ext cx="457200" cy="45720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60704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67512" y="1353312"/>
            <a:ext cx="1234440" cy="73152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7" y="1435608"/>
            <a:ext cx="11484864" cy="142646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7" y="2578608"/>
            <a:ext cx="5861304" cy="197510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5349240" cy="1463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3327" y="2578608"/>
            <a:ext cx="5861304" cy="197510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834640"/>
            <a:ext cx="5349240" cy="1463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7" y="4361688"/>
            <a:ext cx="5861304" cy="197510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617720"/>
            <a:ext cx="5349240" cy="1463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53327" y="4361688"/>
            <a:ext cx="5861304" cy="197510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4617720"/>
            <a:ext cx="5349240" cy="1463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21440" y="320040"/>
            <a:ext cx="457200" cy="45720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60704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67512" y="1353312"/>
            <a:ext cx="1234440" cy="73152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7" y="1435608"/>
            <a:ext cx="5861304" cy="229514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5349240" cy="1783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7" y="1435608"/>
            <a:ext cx="5861304" cy="229514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691640"/>
            <a:ext cx="5349240" cy="1783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7" y="3584448"/>
            <a:ext cx="5861304" cy="229514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5349240" cy="1783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7" y="3584448"/>
            <a:ext cx="5861304" cy="229514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3840480"/>
            <a:ext cx="5349240" cy="1783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21440" y="320040"/>
            <a:ext cx="457200" cy="45720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60704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67512" y="1353312"/>
            <a:ext cx="1234440" cy="73152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7" y="1435608"/>
            <a:ext cx="5861304" cy="229514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5349240" cy="1783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7" y="1435608"/>
            <a:ext cx="5861304" cy="229514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691640"/>
            <a:ext cx="5349240" cy="1783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7" y="3584448"/>
            <a:ext cx="5861304" cy="229514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5349240" cy="1783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7" y="3584448"/>
            <a:ext cx="5861304" cy="229514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3840480"/>
            <a:ext cx="5349240" cy="1783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21440" y="320040"/>
            <a:ext cx="457200" cy="45720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60704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67512" y="1353312"/>
            <a:ext cx="1234440" cy="73152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7" y="1435608"/>
            <a:ext cx="11484864" cy="133502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1097280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7" y="2487168"/>
            <a:ext cx="5861304" cy="197510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5349240" cy="1463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3327" y="2487168"/>
            <a:ext cx="5861304" cy="197510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743200"/>
            <a:ext cx="5349240" cy="1463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7" y="4270248"/>
            <a:ext cx="5861304" cy="197510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26280"/>
            <a:ext cx="5349240" cy="1463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53327" y="4270248"/>
            <a:ext cx="5861304" cy="197510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4526280"/>
            <a:ext cx="5349240" cy="1463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21440" y="320040"/>
            <a:ext cx="457200" cy="45720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60704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67512" y="1353312"/>
            <a:ext cx="1234440" cy="73152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7" y="1435608"/>
            <a:ext cx="3438144" cy="96926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7" y="2029967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3327" y="2029967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28600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7" y="3995928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53327" y="3995928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425196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21440" y="320040"/>
            <a:ext cx="457200" cy="45720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60704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67512" y="1353312"/>
            <a:ext cx="1234440" cy="73152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7" y="1435608"/>
            <a:ext cx="3438144" cy="96926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7" y="2029967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3327" y="2029967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28600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7" y="3995928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53327" y="3995928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425196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21440" y="320040"/>
            <a:ext cx="457200" cy="45720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60704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67512" y="1353312"/>
            <a:ext cx="1234440" cy="73152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7" y="1435608"/>
            <a:ext cx="3438144" cy="96926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7" y="2029967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3327" y="2029967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28600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7" y="3995928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53327" y="3995928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425196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21440" y="320040"/>
            <a:ext cx="457200" cy="45720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60704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67512" y="1353312"/>
            <a:ext cx="1234440" cy="73152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7" y="1435608"/>
            <a:ext cx="3438144" cy="96926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7" y="2029967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3327" y="2029967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28600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7" y="3995928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53327" y="3995928"/>
            <a:ext cx="5861304" cy="21579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4251960"/>
            <a:ext cx="5349240" cy="1645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21440" y="320040"/>
            <a:ext cx="457200" cy="45720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60704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67512" y="1353312"/>
            <a:ext cx="1234440" cy="73152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7" y="1435608"/>
            <a:ext cx="5861304" cy="2066543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5349240" cy="1554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7" y="1435608"/>
            <a:ext cx="5861304" cy="2066543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691640"/>
            <a:ext cx="5349240" cy="1554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7" y="3310128"/>
            <a:ext cx="5861304" cy="2066543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5349240" cy="1554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7" y="3310128"/>
            <a:ext cx="5861304" cy="2066543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3566160"/>
            <a:ext cx="5349240" cy="1554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7" y="4636007"/>
            <a:ext cx="11484864" cy="133502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21440" y="320040"/>
            <a:ext cx="457200" cy="45720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60704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67512" y="1353312"/>
            <a:ext cx="1234440" cy="73152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7" y="1435608"/>
            <a:ext cx="11484864" cy="128930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7" y="2487168"/>
            <a:ext cx="5861304" cy="197510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5349240" cy="1463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3327" y="2487168"/>
            <a:ext cx="5861304" cy="197510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743200"/>
            <a:ext cx="5349240" cy="1463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7" y="4270248"/>
            <a:ext cx="5861304" cy="197510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26280"/>
            <a:ext cx="5349240" cy="1463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53327" y="4270248"/>
            <a:ext cx="5861304" cy="197510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4526280"/>
            <a:ext cx="5349240" cy="1463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21440" y="320040"/>
            <a:ext cx="457200" cy="45720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60704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67512" y="1353312"/>
            <a:ext cx="1234440" cy="73152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7" y="1389888"/>
            <a:ext cx="11484864" cy="106070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1097280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7" y="2121408"/>
            <a:ext cx="5861304" cy="211226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5349240" cy="1600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3327" y="2121408"/>
            <a:ext cx="5861304" cy="211226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77440"/>
            <a:ext cx="5349240" cy="1600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7" y="4087368"/>
            <a:ext cx="5861304" cy="211226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343400"/>
            <a:ext cx="5349240" cy="1600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53327" y="4087368"/>
            <a:ext cx="5861304" cy="211226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4343400"/>
            <a:ext cx="5349240" cy="1600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21440" y="320040"/>
            <a:ext cx="457200" cy="45720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60704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67512" y="1353312"/>
            <a:ext cx="1234440" cy="73152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435608"/>
            <a:ext cx="10844784" cy="96926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938528"/>
            <a:ext cx="10844784" cy="92354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9456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5A6478"/>
                </a:solidFill>
                <a:latin typeface="Microsoft YaHe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61487"/>
            <a:ext cx="10844784" cy="96926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64408"/>
            <a:ext cx="10844784" cy="92354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52044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5A6478"/>
                </a:solidFill>
                <a:latin typeface="Microsoft YaHe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87368"/>
            <a:ext cx="10844784" cy="96926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590288"/>
            <a:ext cx="10844784" cy="92354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4632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5A6478"/>
                </a:solidFill>
                <a:latin typeface="Microsoft YaHei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413248"/>
            <a:ext cx="10844784" cy="87782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1">
                <a:solidFill>
                  <a:srgbClr val="5A647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21440" y="320040"/>
            <a:ext cx="457200" cy="45720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60704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67512" y="1353312"/>
            <a:ext cx="1234440" cy="73152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998464" cy="96926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5486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029967"/>
            <a:ext cx="10844784" cy="142646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218687"/>
            <a:ext cx="5541264" cy="17007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474720"/>
            <a:ext cx="5029200" cy="11887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3218687"/>
            <a:ext cx="5541264" cy="17007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474720"/>
            <a:ext cx="5029200" cy="11887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681728"/>
            <a:ext cx="5541264" cy="17007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37760"/>
            <a:ext cx="5029200" cy="11887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61888" y="4681728"/>
            <a:ext cx="5541264" cy="1700784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9525">
            <a:solidFill>
              <a:srgbClr val="D6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4937760"/>
            <a:ext cx="5029200" cy="11887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9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1280160"/>
            <a:ext cx="3291840" cy="329184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3093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10058400" cy="11887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11880"/>
            <a:ext cx="100584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D6E4F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
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572000" cy="45720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32720" cy="1737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49039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601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88920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47288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105656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764024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22392"/>
            <a:ext cx="10972800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56032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42900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29768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51663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10972800" cy="6400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60604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74320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47472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206240"/>
            <a:ext cx="539496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3200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194560"/>
            <a:ext cx="10972800" cy="7315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08960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822191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535424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248656"/>
            <a:ext cx="10972800" cy="5943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98280" y="1691640"/>
            <a:ext cx="2606040" cy="10515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108960"/>
            <a:ext cx="27432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657600"/>
            <a:ext cx="10972800" cy="10972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1097280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84048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800600"/>
            <a:ext cx="1097280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1097280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3317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30175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7033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389120"/>
            <a:ext cx="5394960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9240"/>
            <a:ext cx="109728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0" i="1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5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846320"/>
            <a:ext cx="10332720" cy="41148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200" b="0" i="1">
                <a:solidFill>
                  <a:srgbClr val="5A6478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4190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5A6478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5A6478"/>
                </a:solidFill>
                <a:latin typeface="Microsoft Ya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11064240" cy="7772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8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298448"/>
            <a:ext cx="1234440" cy="82296"/>
          </a:xfrm>
          <a:prstGeom prst="rect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5486400" cy="4572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400" b="1" i="0">
                <a:solidFill>
                  <a:srgbClr val="0B3D91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10332720" cy="9144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700" b="1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61188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4434840"/>
            <a:ext cx="5029200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1600" b="0" i="0">
                <a:solidFill>
                  <a:srgbClr val="0A0F1E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D6E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Microsoft YaHei"/>
              </a:rPr>
              <a:t>LESSONFORGE 微课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10332720" cy="8229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